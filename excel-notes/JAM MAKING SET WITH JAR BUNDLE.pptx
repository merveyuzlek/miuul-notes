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BB5F-C5C9-5AB4-56CD-6C9C54587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44ABA-FF22-AEEB-3CCD-140B93F2D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9552-E643-60FA-36A4-316FE494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7DA7-ACEC-AA47-3270-768A721A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8414C-B7CE-163A-366D-D0D33CD9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1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B9A72-F581-17AD-94F0-56B6869E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2C72-8240-9724-F313-3B97A93E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BC51-0C90-CA7B-96CB-ADB02C0C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4766-98B5-7EDD-9DA4-25A1383F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1C4EE-6A2D-9588-D6F8-C133B963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9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7357-6284-5593-4B54-6C992E41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C708-CA95-4247-6B92-B99055CA1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1BE3E-7CEC-BFF1-77C2-30382283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77CA2-DBEA-A6F9-B4A0-51E2CB7A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B2C8A-A6B2-76B4-D99E-0309EAEE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4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85A0-614D-9DB7-8DA3-67C42E8A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A4EF9-1313-45F5-8B66-98D58252B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7408A-B160-9E43-7C18-88C52F7EA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9A408-CE51-0CA5-ED7F-BFACB0D5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F4EC8-6549-4CFA-1F76-4ED736BF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51E64-6B7E-973E-4C83-8CD6EDDF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4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983E-E11F-5F1B-3606-E963B776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6D379-7963-655B-BA14-F6B18D302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E3583-EC92-C1F4-3840-93EEE7AFC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D15E6-2ED0-7C9D-3860-B472D571E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42601-9AE0-F6D1-A4C2-4232CE571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72CAA-4086-725D-848E-9DCFAB5E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E5EBE-A866-7008-CF1D-202EC7ED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F3796-9F30-AC14-6F8A-D04D7A0E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4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C6A8F-DD8E-92CC-F698-0E06A7F0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D08A7-7EB5-F808-37B4-3B8D446B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9B714-24AA-11B2-BD30-E8930408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65946-FEEC-8C7D-639F-97209F28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5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97C21-1443-07B5-38DE-EB9FC80C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F9ADF-12C2-243E-5DC3-69292BD9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6C456-11D1-A7D8-4887-8DA84F43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65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C4E4-514C-7F24-BB17-2094633D6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A4D1-5C56-EC46-2FC4-52D8DAB51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EF2EB-1873-FA8D-BECC-887CC3343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84BC-0A69-0645-6F19-8BF9A868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75EAF-F8EC-51C7-0E73-ABB10E31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9C380-F16B-36CF-EB3E-A1AC7F0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1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36E4-2EAA-C934-1833-3FBEE37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3DD54-FBF7-2F42-DBF0-35C89EFD9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EB403-159F-3588-D5B2-D78C0EDF1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D773-7516-A290-61B6-E064287C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4ACD4-7A79-E481-16E6-F42FF9FC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FC88B-2480-9F1F-5453-E817CE6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9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9775-D1C4-BA7A-592B-1F9273B6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C20F9-F556-D7D2-791C-B898600AC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F655A-7713-B1EC-07DA-1CC933AC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99DE-6B02-FC18-C467-DE4C48E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9BCA-320D-1928-252A-8E1E0377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0BA467-B5C6-3108-6ED8-B8768D4F7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A1C29-DF9D-A965-DFA1-F67B4ACE9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D9EF-9DC2-F76D-9F34-07170E3A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90230-BABD-B595-6FDF-8505A269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FB33E-8F67-A42E-06C3-92763EE4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00049-09F5-4F16-9F38-3067BD0D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F8B44-D80E-A7AC-7D75-C01A4F088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6DCF-51D3-3AB4-9D77-2A01D5B5C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EF9EC-90EE-42E0-AF37-F1031C18B898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05BE-C9A5-85A7-A138-6EF85F8A0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4C27B-9A9C-346C-C5AC-7F0EA0BE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498C1-37DC-473F-8B76-A76098CE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94C0-CE0E-D2B0-76C2-8CD471857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659" y="117418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MUTFAK  SEPETİ</a:t>
            </a:r>
            <a:br>
              <a:rPr lang="en-US" sz="3600" dirty="0"/>
            </a:br>
            <a:r>
              <a:rPr lang="en-US" sz="3600" dirty="0"/>
              <a:t>İŞTE BU BUNDLE TAM SANA GÖRE </a:t>
            </a:r>
            <a:br>
              <a:rPr lang="en-US" sz="3600" dirty="0"/>
            </a:br>
            <a:r>
              <a:rPr lang="en-US" sz="3600" dirty="0"/>
              <a:t>ÜSTELİK %15 İNDİRİMLE 14 TL YERİNE 12 TL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7DB30E-8104-8D76-3A71-E982C6119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27963"/>
              </p:ext>
            </p:extLst>
          </p:nvPr>
        </p:nvGraphicFramePr>
        <p:xfrm>
          <a:off x="1826054" y="2583402"/>
          <a:ext cx="8128000" cy="358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776969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55734395"/>
                    </a:ext>
                  </a:extLst>
                </a:gridCol>
              </a:tblGrid>
              <a:tr h="17932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73072"/>
                  </a:ext>
                </a:extLst>
              </a:tr>
              <a:tr h="17932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7195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36E48DD-8C81-A2A6-2A89-F4F24EF3F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057" y="4497420"/>
            <a:ext cx="1544453" cy="154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2BBAC-C684-DBFB-3A20-815CD5EE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665" y="2662150"/>
            <a:ext cx="1639966" cy="1548518"/>
          </a:xfrm>
          <a:prstGeom prst="rect">
            <a:avLst/>
          </a:prstGeom>
        </p:spPr>
      </p:pic>
      <p:pic>
        <p:nvPicPr>
          <p:cNvPr id="8" name="Picture 7" descr="A jar of strawberries on a towel&#10;&#10;AI-generated content may be incorrect.">
            <a:extLst>
              <a:ext uri="{FF2B5EF4-FFF2-40B4-BE49-F238E27FC236}">
                <a16:creationId xmlns:a16="http://schemas.microsoft.com/office/drawing/2014/main" id="{8E5655F2-5C86-828D-FA23-49786B89E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443" y="4581464"/>
            <a:ext cx="1460409" cy="1460409"/>
          </a:xfrm>
          <a:prstGeom prst="rect">
            <a:avLst/>
          </a:prstGeom>
        </p:spPr>
      </p:pic>
      <p:pic>
        <p:nvPicPr>
          <p:cNvPr id="10" name="Picture 9" descr="A group of glass jars with spices on a wooden stand&#10;&#10;AI-generated content may be incorrect.">
            <a:extLst>
              <a:ext uri="{FF2B5EF4-FFF2-40B4-BE49-F238E27FC236}">
                <a16:creationId xmlns:a16="http://schemas.microsoft.com/office/drawing/2014/main" id="{08433F54-0716-F679-64C1-705FCBED6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057" y="2662150"/>
            <a:ext cx="1541109" cy="154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12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B6E1-DCAA-8391-F42B-A16DC43B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Kış</a:t>
            </a:r>
            <a:r>
              <a:rPr lang="en-US" dirty="0"/>
              <a:t> </a:t>
            </a:r>
            <a:r>
              <a:rPr lang="en-US" dirty="0" err="1"/>
              <a:t>Hazırlığı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3AE28-2205-D080-22DA-6EE721F16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Reçel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isteyen</a:t>
            </a:r>
            <a:r>
              <a:rPr lang="en-US" dirty="0"/>
              <a:t> </a:t>
            </a:r>
            <a:r>
              <a:rPr lang="en-US" dirty="0" err="1"/>
              <a:t>anne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kızı</a:t>
            </a:r>
            <a:r>
              <a:rPr lang="en-US" dirty="0"/>
              <a:t> </a:t>
            </a:r>
            <a:r>
              <a:rPr lang="en-US" dirty="0" err="1"/>
              <a:t>alışveriş</a:t>
            </a:r>
            <a:r>
              <a:rPr lang="en-US" dirty="0"/>
              <a:t> </a:t>
            </a:r>
            <a:r>
              <a:rPr lang="en-US" dirty="0" err="1"/>
              <a:t>yapmaya</a:t>
            </a:r>
            <a:r>
              <a:rPr lang="en-US" dirty="0"/>
              <a:t> </a:t>
            </a:r>
            <a:r>
              <a:rPr lang="en-US" dirty="0" err="1"/>
              <a:t>gider</a:t>
            </a:r>
            <a:r>
              <a:rPr lang="en-US" dirty="0"/>
              <a:t>.  </a:t>
            </a:r>
            <a:r>
              <a:rPr lang="en-US" dirty="0" err="1"/>
              <a:t>Reçel</a:t>
            </a:r>
            <a:r>
              <a:rPr lang="en-US" dirty="0"/>
              <a:t> </a:t>
            </a:r>
            <a:r>
              <a:rPr lang="en-US" dirty="0" err="1"/>
              <a:t>reçel</a:t>
            </a:r>
            <a:r>
              <a:rPr lang="en-US" dirty="0"/>
              <a:t> </a:t>
            </a:r>
            <a:r>
              <a:rPr lang="en-US" dirty="0" err="1"/>
              <a:t>kokusunu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seven </a:t>
            </a:r>
            <a:r>
              <a:rPr lang="en-US" dirty="0" err="1"/>
              <a:t>kız</a:t>
            </a:r>
            <a:r>
              <a:rPr lang="en-US" dirty="0"/>
              <a:t> </a:t>
            </a:r>
            <a:r>
              <a:rPr lang="en-US" dirty="0" err="1"/>
              <a:t>mumları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dirty="0" err="1"/>
              <a:t>Annesinden</a:t>
            </a:r>
            <a:r>
              <a:rPr lang="en-US" dirty="0"/>
              <a:t> </a:t>
            </a:r>
            <a:r>
              <a:rPr lang="en-US" dirty="0" err="1"/>
              <a:t>kurabiye</a:t>
            </a:r>
            <a:r>
              <a:rPr lang="en-US" dirty="0"/>
              <a:t> </a:t>
            </a:r>
            <a:r>
              <a:rPr lang="en-US" dirty="0" err="1"/>
              <a:t>yapmasını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kelebekli</a:t>
            </a:r>
            <a:r>
              <a:rPr lang="en-US" dirty="0"/>
              <a:t> </a:t>
            </a:r>
            <a:r>
              <a:rPr lang="en-US" dirty="0" err="1"/>
              <a:t>kurabiye</a:t>
            </a:r>
            <a:r>
              <a:rPr lang="en-US" dirty="0"/>
              <a:t> </a:t>
            </a:r>
            <a:r>
              <a:rPr lang="en-US" dirty="0" err="1"/>
              <a:t>kesimi</a:t>
            </a:r>
            <a:r>
              <a:rPr lang="en-US" dirty="0"/>
              <a:t> </a:t>
            </a:r>
            <a:r>
              <a:rPr lang="en-US" dirty="0" err="1"/>
              <a:t>setine</a:t>
            </a:r>
            <a:r>
              <a:rPr lang="en-US" dirty="0"/>
              <a:t> </a:t>
            </a:r>
            <a:r>
              <a:rPr lang="en-US" dirty="0" err="1"/>
              <a:t>bayılır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da </a:t>
            </a:r>
            <a:r>
              <a:rPr lang="en-US" dirty="0" err="1"/>
              <a:t>alır</a:t>
            </a:r>
            <a:r>
              <a:rPr lang="en-US" dirty="0"/>
              <a:t>. Annesi </a:t>
            </a:r>
            <a:r>
              <a:rPr lang="en-US" dirty="0" err="1"/>
              <a:t>baharatlıkları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 </a:t>
            </a:r>
            <a:r>
              <a:rPr lang="en-US" dirty="0" err="1"/>
              <a:t>hoşuna</a:t>
            </a:r>
            <a:r>
              <a:rPr lang="en-US" dirty="0"/>
              <a:t> </a:t>
            </a:r>
            <a:r>
              <a:rPr lang="en-US" dirty="0" err="1"/>
              <a:t>gider</a:t>
            </a:r>
            <a:r>
              <a:rPr lang="en-US" dirty="0"/>
              <a:t> </a:t>
            </a:r>
            <a:r>
              <a:rPr lang="en-US" dirty="0" err="1"/>
              <a:t>sepetine</a:t>
            </a:r>
            <a:r>
              <a:rPr lang="en-US" dirty="0"/>
              <a:t> </a:t>
            </a:r>
            <a:r>
              <a:rPr lang="en-US" dirty="0" err="1"/>
              <a:t>koyar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reçel</a:t>
            </a:r>
            <a:r>
              <a:rPr lang="en-US" dirty="0"/>
              <a:t> </a:t>
            </a:r>
            <a:r>
              <a:rPr lang="en-US" dirty="0" err="1"/>
              <a:t>kavonozları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alışverişleri</a:t>
            </a:r>
            <a:r>
              <a:rPr lang="en-US" dirty="0"/>
              <a:t> biter.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Bundle: Jam Making Set With Jars</a:t>
            </a:r>
          </a:p>
          <a:p>
            <a:pPr marL="0" indent="0">
              <a:buNone/>
            </a:pPr>
            <a:r>
              <a:rPr lang="en-US" dirty="0"/>
              <a:t>                  Set of Six Spice Tins Pantry Design</a:t>
            </a:r>
          </a:p>
          <a:p>
            <a:pPr marL="0" indent="0">
              <a:buNone/>
            </a:pPr>
            <a:r>
              <a:rPr lang="en-US" dirty="0"/>
              <a:t>                  Homemade Jam Scented Candles</a:t>
            </a:r>
          </a:p>
          <a:p>
            <a:pPr marL="0" indent="0">
              <a:buNone/>
            </a:pPr>
            <a:r>
              <a:rPr lang="en-US" dirty="0"/>
              <a:t>                  Set of 3 Butterfly Cookie Cutters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9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E1FB-84D6-5BB5-C7F7-FA809E55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İNDİRİM VERİLERİ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241F8C-4DE4-D327-9F90-3B6758018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82997"/>
              </p:ext>
            </p:extLst>
          </p:nvPr>
        </p:nvGraphicFramePr>
        <p:xfrm>
          <a:off x="3150955" y="2585676"/>
          <a:ext cx="6232741" cy="139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878">
                  <a:extLst>
                    <a:ext uri="{9D8B030D-6E8A-4147-A177-3AD203B41FA5}">
                      <a16:colId xmlns:a16="http://schemas.microsoft.com/office/drawing/2014/main" val="608789643"/>
                    </a:ext>
                  </a:extLst>
                </a:gridCol>
                <a:gridCol w="1886885">
                  <a:extLst>
                    <a:ext uri="{9D8B030D-6E8A-4147-A177-3AD203B41FA5}">
                      <a16:colId xmlns:a16="http://schemas.microsoft.com/office/drawing/2014/main" val="3038630201"/>
                    </a:ext>
                  </a:extLst>
                </a:gridCol>
                <a:gridCol w="1189339">
                  <a:extLst>
                    <a:ext uri="{9D8B030D-6E8A-4147-A177-3AD203B41FA5}">
                      <a16:colId xmlns:a16="http://schemas.microsoft.com/office/drawing/2014/main" val="3737290232"/>
                    </a:ext>
                  </a:extLst>
                </a:gridCol>
                <a:gridCol w="1545639">
                  <a:extLst>
                    <a:ext uri="{9D8B030D-6E8A-4147-A177-3AD203B41FA5}">
                      <a16:colId xmlns:a16="http://schemas.microsoft.com/office/drawing/2014/main" val="1802846602"/>
                    </a:ext>
                  </a:extLst>
                </a:gridCol>
              </a:tblGrid>
              <a:tr h="6705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Toplam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Fiyat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İndirim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Oranı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İndirim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Miktarı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Kampanya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Fiyatı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5433834"/>
                  </a:ext>
                </a:extLst>
              </a:tr>
              <a:tr h="720995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14.07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2.1105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11.9595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3913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05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115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MUTFAK  SEPETİ İŞTE BU BUNDLE TAM SANA GÖRE  ÜSTELİK %15 İNDİRİMLE 14 TL YERİNE 12 TL   </vt:lpstr>
      <vt:lpstr>Kış Hazırlığı Mı ?</vt:lpstr>
      <vt:lpstr>İNDİRİM VERİLERİ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Merve Yüzlek</dc:creator>
  <cp:lastModifiedBy>Merve Yüzlek</cp:lastModifiedBy>
  <cp:revision>2</cp:revision>
  <dcterms:created xsi:type="dcterms:W3CDTF">2025-05-27T13:15:00Z</dcterms:created>
  <dcterms:modified xsi:type="dcterms:W3CDTF">2025-05-29T18:40:58Z</dcterms:modified>
</cp:coreProperties>
</file>